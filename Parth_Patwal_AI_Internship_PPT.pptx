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-720" y="-8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389120" cy="4389120"/>
          </a:xfrm>
          <a:prstGeom prst="ellipse">
            <a:avLst/>
          </a:prstGeom>
          <a:solidFill>
            <a:srgbClr val="24244A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291840"/>
            <a:ext cx="2926080" cy="2926080"/>
          </a:xfrm>
          <a:prstGeom prst="ellipse">
            <a:avLst/>
          </a:prstGeom>
          <a:solidFill>
            <a:srgbClr val="24244A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2424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PRESENTATION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288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
</a:t>
            </a:r>
            <a:r>
              <a:rPr lang="en-US" sz="3400" dirty="0">
                <a:solidFill>
                  <a:srgbClr val="C9C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20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 |  AICTE &amp; ICAC Approved Program  |  Google for Education Partner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1645920" cy="0"/>
          </a:xfrm>
          <a:prstGeom prst="line">
            <a:avLst/>
          </a:prstGeom>
          <a:noFill/>
          <a:ln w="31750">
            <a:solidFill>
              <a:srgbClr val="00D9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3434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Patwal
</a:t>
            </a:r>
            <a:endParaRPr lang="en-US" sz="2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E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25SCS1003001243  |  B.Tech CSE
</a:t>
            </a:r>
            <a:endParaRPr lang="en-US" sz="2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E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 – 2029  |  IILM University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B1B3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24244A"/>
          </a:solidFill>
          <a:ln/>
        </p:spPr>
      </p:sp>
      <p:sp>
        <p:nvSpPr>
          <p:cNvPr id="4" name="Shape 2"/>
          <p:cNvSpPr/>
          <p:nvPr/>
        </p:nvSpPr>
        <p:spPr>
          <a:xfrm>
            <a:off x="1234440" y="1325880"/>
            <a:ext cx="1371600" cy="1371600"/>
          </a:xfrm>
          <a:prstGeom prst="ellipse">
            <a:avLst/>
          </a:prstGeom>
          <a:solidFill>
            <a:srgbClr val="2B2B5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7432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Parth Patwal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&amp; Engineering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STUDENT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Profile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425696" y="1847088"/>
            <a:ext cx="566928" cy="566928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11" name="Image 1" descr="/home/claude/aliya_ppt/icons/id_card_6C63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198882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74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166360" y="211226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25SCS1003001243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4425696" y="2688336"/>
            <a:ext cx="566928" cy="566928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15" name="Image 2" descr="/home/claude/aliya_ppt/icons/university_6C63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283006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66360" y="27157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166360" y="29535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4425696" y="3529584"/>
            <a:ext cx="566928" cy="566928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19" name="Image 3" descr="/home/claude/aliya_ppt/icons/grad_cap_6C63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428" y="3671316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66360" y="35570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166360" y="3794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Session 2025 – 2029</a:t>
            </a:r>
            <a:endParaRPr lang="en-US" sz="1550" dirty="0"/>
          </a:p>
        </p:txBody>
      </p:sp>
      <p:sp>
        <p:nvSpPr>
          <p:cNvPr id="22" name="Shape 16"/>
          <p:cNvSpPr/>
          <p:nvPr/>
        </p:nvSpPr>
        <p:spPr>
          <a:xfrm>
            <a:off x="4425696" y="4370832"/>
            <a:ext cx="566928" cy="566928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23" name="Image 4" descr="/home/claude/aliya_ppt/icons/bullseye_6C63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428" y="4512564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166360" y="43982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166360" y="46360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550" dirty="0"/>
          </a:p>
        </p:txBody>
      </p:sp>
      <p:sp>
        <p:nvSpPr>
          <p:cNvPr id="26" name="Shape 19"/>
          <p:cNvSpPr/>
          <p:nvPr/>
        </p:nvSpPr>
        <p:spPr>
          <a:xfrm>
            <a:off x="4425696" y="5212080"/>
            <a:ext cx="566928" cy="566928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27" name="Image 5" descr="/home/claude/aliya_ppt/icons/calendar_6C63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428" y="5353812"/>
            <a:ext cx="283464" cy="28346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66360" y="5239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5166360" y="54772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  |  30 June 2026 – 31 August 2026</a:t>
            </a:r>
            <a:endParaRPr lang="en-US" sz="155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AI-ML Virtual Internship  •  Parth Patwal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Technologies, AICTE &amp; Google for Education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runs an AICTE &amp; ICAC approved internship program, offered as a Google for Education partner initiative. This 2-month Artificial Intelligence Intern track gave hands-on, industry-aligned exposure to core AI and machine learning concepts, moving beyond classroom theory into practical, applied learning.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B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65960" y="3337560"/>
            <a:ext cx="914400" cy="914400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7" name="Image 0" descr="/home/claude/aliya_ppt/icons/certificate_6C63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566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 &amp; ICAC Approved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846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internship program under national skilling initiatives.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26280" y="320040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B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3337560"/>
            <a:ext cx="914400" cy="914400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12" name="Image 1" descr="/home/claude/aliya_ppt/icons/building_6C63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5661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5488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846320" y="4846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mentorship from Codec Technologies Pvt. Ltd.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412480" y="320040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B3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738360" y="3337560"/>
            <a:ext cx="914400" cy="914400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17" name="Image 2" descr="/home/claude/aliya_ppt/icons/grad_cap_6C63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35661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108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for Education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732520" y="4846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part of the Google for Education partner network.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AI-ML Virtual Internship  •  Parth Patwal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Theory and Applied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5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29968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students often learn the theoretical foundations of Artificial Intelligence and Machine Learning in coursework, but rarely get structured, hands-on practice applying core concepts — like Python-based model building, neural networks, and real-world AI applications — to solve practical problems.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addressed that gap — building a practical, project-based AI workflow: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B1B3A"/>
          </a:solidFill>
          <a:ln/>
        </p:spPr>
      </p:sp>
      <p:sp>
        <p:nvSpPr>
          <p:cNvPr id="8" name="Shape 6"/>
          <p:cNvSpPr/>
          <p:nvPr/>
        </p:nvSpPr>
        <p:spPr>
          <a:xfrm>
            <a:off x="1577340" y="4297680"/>
            <a:ext cx="640080" cy="640080"/>
          </a:xfrm>
          <a:prstGeom prst="ellipse">
            <a:avLst/>
          </a:prstGeom>
          <a:solidFill>
            <a:srgbClr val="2B2B5C"/>
          </a:solidFill>
          <a:ln/>
        </p:spPr>
      </p:sp>
      <p:pic>
        <p:nvPicPr>
          <p:cNvPr id="9" name="Image 0" descr="/home/claude/aliya_ppt/icons/code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44577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5029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Python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44805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29000" y="41605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B1B3A"/>
          </a:solidFill>
          <a:ln/>
        </p:spPr>
      </p:sp>
      <p:sp>
        <p:nvSpPr>
          <p:cNvPr id="13" name="Shape 10"/>
          <p:cNvSpPr/>
          <p:nvPr/>
        </p:nvSpPr>
        <p:spPr>
          <a:xfrm>
            <a:off x="4366260" y="4297680"/>
            <a:ext cx="640080" cy="640080"/>
          </a:xfrm>
          <a:prstGeom prst="ellipse">
            <a:avLst/>
          </a:prstGeom>
          <a:solidFill>
            <a:srgbClr val="2B2B5C"/>
          </a:solidFill>
          <a:ln/>
        </p:spPr>
      </p:sp>
      <p:pic>
        <p:nvPicPr>
          <p:cNvPr id="14" name="Image 1" descr="/home/claude/aliya_ppt/icons/brain_00D9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4577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20440" y="5029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ML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0" y="44805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217920" y="41605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B1B3A"/>
          </a:solidFill>
          <a:ln/>
        </p:spPr>
      </p:sp>
      <p:sp>
        <p:nvSpPr>
          <p:cNvPr id="18" name="Shape 14"/>
          <p:cNvSpPr/>
          <p:nvPr/>
        </p:nvSpPr>
        <p:spPr>
          <a:xfrm>
            <a:off x="7155180" y="4297680"/>
            <a:ext cx="640080" cy="640080"/>
          </a:xfrm>
          <a:prstGeom prst="ellipse">
            <a:avLst/>
          </a:prstGeom>
          <a:solidFill>
            <a:srgbClr val="2B2B5C"/>
          </a:solidFill>
          <a:ln/>
        </p:spPr>
      </p:sp>
      <p:pic>
        <p:nvPicPr>
          <p:cNvPr id="19" name="Image 2" descr="/home/claude/aliya_ppt/icons/project_diagram_00D9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4577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5029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Neural Nets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732520" y="44805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006840" y="41605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B1B3A"/>
          </a:solidFill>
          <a:ln/>
        </p:spPr>
      </p:sp>
      <p:sp>
        <p:nvSpPr>
          <p:cNvPr id="23" name="Shape 18"/>
          <p:cNvSpPr/>
          <p:nvPr/>
        </p:nvSpPr>
        <p:spPr>
          <a:xfrm>
            <a:off x="9944100" y="4297680"/>
            <a:ext cx="640080" cy="640080"/>
          </a:xfrm>
          <a:prstGeom prst="ellipse">
            <a:avLst/>
          </a:prstGeom>
          <a:solidFill>
            <a:srgbClr val="2B2B5C"/>
          </a:solidFill>
          <a:ln/>
        </p:spPr>
      </p:sp>
      <p:pic>
        <p:nvPicPr>
          <p:cNvPr id="24" name="Image 3" descr="/home/claude/aliya_ppt/icons/robot_00D9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445770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098280" y="5029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AI-ML Virtual Internship  •  Parth Patwal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Set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02536"/>
            <a:ext cx="566928" cy="566928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6" name="Image 0" descr="/home/claude/aliya_ppt/icons/code_6C63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144268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933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Python for AI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strong Python foundations as the core language for AI &amp; ML development.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0016" y="2002536"/>
            <a:ext cx="566928" cy="566928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11" name="Image 1" descr="/home/claude/aliya_ppt/icons/brain_6C63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48" y="214426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9933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Machine Learning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2606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ML fundamentals — supervised/unsupervised learning, and how models learn from data.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0496" y="2002536"/>
            <a:ext cx="566928" cy="566928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16" name="Image 2" descr="/home/claude/aliya_ppt/icons/project_diagram_6C63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228" y="214426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89720" y="19933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Neural Networks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549640" y="2606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structure and working of neural networks used in modern AI systems.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7033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3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9536" y="3877056"/>
            <a:ext cx="566928" cy="566928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21" name="Image 3" descr="/home/claude/aliya_ppt/icons/robot_6C63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" y="401878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38679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 Concepts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4480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theory into applied AI use-cases and simple real-world problem solving.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80560" y="37033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3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0016" y="3877056"/>
            <a:ext cx="566928" cy="566928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26" name="Image 4" descr="/home/claude/aliya_ppt/icons/chart_6C63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1748" y="401878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38679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709160" y="4480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assess model performance and understand accuracy, training &amp; testing basics.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321040" y="37033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3A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0496" y="3877056"/>
            <a:ext cx="566928" cy="566928"/>
          </a:xfrm>
          <a:prstGeom prst="ellipse">
            <a:avLst/>
          </a:prstGeom>
          <a:solidFill>
            <a:srgbClr val="EEEDFF"/>
          </a:solidFill>
          <a:ln/>
        </p:spPr>
      </p:sp>
      <p:pic>
        <p:nvPicPr>
          <p:cNvPr id="31" name="Image 5" descr="/home/claude/aliya_ppt/icons/check_circle_6C63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2228" y="401878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89720" y="38679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Assessments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549640" y="4480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program modules and assessments to earn the internship certification.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AI-ML Virtual Internship  •  Parth Patwal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Toolkit Behind the Internship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05282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aliya_ppt/icons/code_6C63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790" y="2247138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558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47288" y="18745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4361688" y="205282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aliya_ppt/icons/brain_6C63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998" y="2247138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84448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584448" y="33558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 &amp; concepts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54496" y="18745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168896" y="205282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aliya_ppt/icons/project_diagram_6C63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206" y="2247138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91656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391656" y="33558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fundamentals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61704" y="18745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9976104" y="205282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aliya_ppt/icons/robot_6C63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0414" y="2247138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98864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9198864" y="33558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Applied, real-world use-cases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40080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1554480" y="424738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aliya_ppt/icons/chart_6C63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8790" y="4441698"/>
            <a:ext cx="388620" cy="3886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77240" y="5166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550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preprocessing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447288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/>
        </p:spPr>
      </p:sp>
      <p:sp>
        <p:nvSpPr>
          <p:cNvPr id="30" name="Shape 23"/>
          <p:cNvSpPr/>
          <p:nvPr/>
        </p:nvSpPr>
        <p:spPr>
          <a:xfrm>
            <a:off x="4361688" y="424738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aliya_ppt/icons/layers_6C63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5998" y="4441698"/>
            <a:ext cx="388620" cy="3886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84448" y="5166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3584448" y="5550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evaluation basics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54496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/>
        </p:spPr>
      </p:sp>
      <p:sp>
        <p:nvSpPr>
          <p:cNvPr id="35" name="Shape 27"/>
          <p:cNvSpPr/>
          <p:nvPr/>
        </p:nvSpPr>
        <p:spPr>
          <a:xfrm>
            <a:off x="7168896" y="424738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/home/claude/aliya_ppt/icons/cogs_6C63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3206" y="4441698"/>
            <a:ext cx="388620" cy="3886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391656" y="5166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Frameworks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6391656" y="5550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Python AI/ML tooling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061704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5F6FB"/>
          </a:solidFill>
          <a:ln/>
        </p:spPr>
      </p:sp>
      <p:sp>
        <p:nvSpPr>
          <p:cNvPr id="40" name="Shape 31"/>
          <p:cNvSpPr/>
          <p:nvPr/>
        </p:nvSpPr>
        <p:spPr>
          <a:xfrm>
            <a:off x="9976104" y="424738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/home/claude/aliya_ppt/icons/check_circle_6C63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0414" y="4441698"/>
            <a:ext cx="388620" cy="38862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198864" y="5166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9198864" y="5550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tests &amp; final validation</a:t>
            </a:r>
            <a:endParaRPr lang="en-US" sz="950" dirty="0"/>
          </a:p>
        </p:txBody>
      </p:sp>
      <p:sp>
        <p:nvSpPr>
          <p:cNvPr id="44" name="Text 3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AI-ML Virtual Internship  •  Parth Patwal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2-Month Learning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084832"/>
            <a:ext cx="402336" cy="402336"/>
          </a:xfrm>
          <a:prstGeom prst="ellipse">
            <a:avLst/>
          </a:prstGeom>
          <a:solidFill>
            <a:srgbClr val="00D9B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78408" y="2487168"/>
            <a:ext cx="0" cy="777240"/>
          </a:xfrm>
          <a:prstGeom prst="line">
            <a:avLst/>
          </a:prstGeom>
          <a:noFill/>
          <a:ln w="19050">
            <a:solidFill>
              <a:srgbClr val="3B3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965960"/>
            <a:ext cx="9509760" cy="91440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91640" y="2057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Foundations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4048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basics, core Machine Learning concepts, and an introduction to how AI systems are trained.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182112"/>
            <a:ext cx="402336" cy="402336"/>
          </a:xfrm>
          <a:prstGeom prst="ellipse">
            <a:avLst/>
          </a:prstGeom>
          <a:solidFill>
            <a:srgbClr val="00D9B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78408" y="3584448"/>
            <a:ext cx="0" cy="777240"/>
          </a:xfrm>
          <a:prstGeom prst="line">
            <a:avLst/>
          </a:prstGeom>
          <a:noFill/>
          <a:ln w="19050">
            <a:solidFill>
              <a:srgbClr val="3B3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17320" y="3063240"/>
            <a:ext cx="9509760" cy="91440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91640" y="31546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Deep Dive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50215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Neural Networks — structure, layers, and how learning happens inside a model.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279392"/>
            <a:ext cx="402336" cy="402336"/>
          </a:xfrm>
          <a:prstGeom prst="ellipse">
            <a:avLst/>
          </a:prstGeom>
          <a:solidFill>
            <a:srgbClr val="00D9B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78408" y="4681728"/>
            <a:ext cx="0" cy="777240"/>
          </a:xfrm>
          <a:prstGeom prst="line">
            <a:avLst/>
          </a:prstGeom>
          <a:noFill/>
          <a:ln w="19050">
            <a:solidFill>
              <a:srgbClr val="3B3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4160520"/>
            <a:ext cx="9509760" cy="91440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691640" y="42519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— Application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459943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AI/ML concepts to hands-on exercises and mini practical tasks.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5376672"/>
            <a:ext cx="402336" cy="402336"/>
          </a:xfrm>
          <a:prstGeom prst="ellipse">
            <a:avLst/>
          </a:prstGeom>
          <a:solidFill>
            <a:srgbClr val="00D9B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76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417320" y="5257800"/>
            <a:ext cx="9509760" cy="914400"/>
          </a:xfrm>
          <a:prstGeom prst="roundRect">
            <a:avLst>
              <a:gd name="adj" fmla="val 8000"/>
            </a:avLst>
          </a:prstGeom>
          <a:solidFill>
            <a:srgbClr val="2222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691640" y="53492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— Assessment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569671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assessments, final evaluation, and successful completion of the internship program.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AI-ML Virtual Internship  •  Parth Patwal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Capabilities Gained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476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aliya_ppt/icons/check_circle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061972"/>
            <a:ext cx="228600" cy="22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202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3A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2020824"/>
            <a:ext cx="457200" cy="457200"/>
          </a:xfrm>
          <a:prstGeom prst="ellipse">
            <a:avLst/>
          </a:prstGeom>
          <a:solidFill>
            <a:srgbClr val="E7FBF6"/>
          </a:solidFill>
          <a:ln/>
        </p:spPr>
      </p:sp>
      <p:pic>
        <p:nvPicPr>
          <p:cNvPr id="8" name="Image 1" descr="/home/claude/aliya_ppt/icons/check_circle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135124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9202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knowledge of Python for AI &amp; Machine Learning development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31520" y="27249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2" descr="/home/claude/aliya_ppt/icons/check_circle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839212"/>
            <a:ext cx="228600" cy="228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40080" y="26974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3A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1005840" y="2798064"/>
            <a:ext cx="457200" cy="457200"/>
          </a:xfrm>
          <a:prstGeom prst="ellipse">
            <a:avLst/>
          </a:prstGeom>
          <a:solidFill>
            <a:srgbClr val="E7FBF6"/>
          </a:solidFill>
          <a:ln/>
        </p:spPr>
      </p:sp>
      <p:pic>
        <p:nvPicPr>
          <p:cNvPr id="14" name="Image 3" descr="/home/claude/aliya_ppt/icons/check_circle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912364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91640" y="26974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and practical understanding of core Machine Learning algorithms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31520" y="35021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/home/claude/aliya_ppt/icons/check_circle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616452"/>
            <a:ext cx="228600" cy="2286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40080" y="347472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3A">
                <a:alpha val="8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1005840" y="3575304"/>
            <a:ext cx="457200" cy="457200"/>
          </a:xfrm>
          <a:prstGeom prst="ellipse">
            <a:avLst/>
          </a:prstGeom>
          <a:solidFill>
            <a:srgbClr val="E7FBF6"/>
          </a:solidFill>
          <a:ln/>
        </p:spPr>
      </p:sp>
      <p:pic>
        <p:nvPicPr>
          <p:cNvPr id="20" name="Image 5" descr="/home/claude/aliya_ppt/icons/check_circle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3689604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691640" y="347472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explain the structure and working of Neural Networks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731520" y="4279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6" descr="/home/claude/aliya_ppt/icons/check_circle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4393692"/>
            <a:ext cx="228600" cy="22860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40080" y="42519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3A">
                <a:alpha val="8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1005840" y="4352544"/>
            <a:ext cx="457200" cy="457200"/>
          </a:xfrm>
          <a:prstGeom prst="ellipse">
            <a:avLst/>
          </a:prstGeom>
          <a:solidFill>
            <a:srgbClr val="E7FBF6"/>
          </a:solidFill>
          <a:ln/>
        </p:spPr>
      </p:sp>
      <p:pic>
        <p:nvPicPr>
          <p:cNvPr id="26" name="Image 7" descr="/home/claude/aliya_ppt/icons/check_circle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4466844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691640" y="425196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applying AI concepts to real-world style problems</a:t>
            </a:r>
            <a:endParaRPr lang="en-US" sz="1350" dirty="0"/>
          </a:p>
        </p:txBody>
      </p:sp>
      <p:sp>
        <p:nvSpPr>
          <p:cNvPr id="28" name="Shape 18"/>
          <p:cNvSpPr/>
          <p:nvPr/>
        </p:nvSpPr>
        <p:spPr>
          <a:xfrm>
            <a:off x="731520" y="50566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8" descr="/home/claude/aliya_ppt/icons/check_circle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5170932"/>
            <a:ext cx="228600" cy="228600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640080" y="502920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3A">
                <a:alpha val="8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1005840" y="5129784"/>
            <a:ext cx="457200" cy="457200"/>
          </a:xfrm>
          <a:prstGeom prst="ellipse">
            <a:avLst/>
          </a:prstGeom>
          <a:solidFill>
            <a:srgbClr val="E7FBF6"/>
          </a:solidFill>
          <a:ln/>
        </p:spPr>
      </p:sp>
      <p:pic>
        <p:nvPicPr>
          <p:cNvPr id="32" name="Image 9" descr="/home/claude/aliya_ppt/icons/check_circle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5244084"/>
            <a:ext cx="228600" cy="22860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691640" y="502920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how models are trained, tested and evaluated</a:t>
            </a:r>
            <a:endParaRPr lang="en-US" sz="1350" dirty="0"/>
          </a:p>
        </p:txBody>
      </p:sp>
      <p:sp>
        <p:nvSpPr>
          <p:cNvPr id="34" name="Shape 22"/>
          <p:cNvSpPr/>
          <p:nvPr/>
        </p:nvSpPr>
        <p:spPr>
          <a:xfrm>
            <a:off x="731520" y="58338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10" descr="/home/claude/aliya_ppt/icons/check_circle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5948172"/>
            <a:ext cx="228600" cy="228600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640080" y="58064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1B3A">
                <a:alpha val="8000"/>
              </a:srgbClr>
            </a:outerShdw>
          </a:effectLst>
        </p:spPr>
      </p:sp>
      <p:sp>
        <p:nvSpPr>
          <p:cNvPr id="37" name="Shape 24"/>
          <p:cNvSpPr/>
          <p:nvPr/>
        </p:nvSpPr>
        <p:spPr>
          <a:xfrm>
            <a:off x="1005840" y="5907024"/>
            <a:ext cx="457200" cy="457200"/>
          </a:xfrm>
          <a:prstGeom prst="ellipse">
            <a:avLst/>
          </a:prstGeom>
          <a:solidFill>
            <a:srgbClr val="E7FBF6"/>
          </a:solidFill>
          <a:ln/>
        </p:spPr>
      </p:sp>
      <p:pic>
        <p:nvPicPr>
          <p:cNvPr id="38" name="Image 11" descr="/home/claude/aliya_ppt/icons/check_circle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6021324"/>
            <a:ext cx="228600" cy="22860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1691640" y="58064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 the 2-month AICTE &amp; ICAC approved AI Internship</a:t>
            </a:r>
            <a:endParaRPr lang="en-US" sz="1350" dirty="0"/>
          </a:p>
        </p:txBody>
      </p:sp>
      <p:sp>
        <p:nvSpPr>
          <p:cNvPr id="40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AI-ML Virtual Internship  •  Parth Patwal</a:t>
            </a:r>
            <a:endParaRPr lang="en-US" sz="1000" dirty="0"/>
          </a:p>
        </p:txBody>
      </p:sp>
      <p:sp>
        <p:nvSpPr>
          <p:cNvPr id="41" name="Text 2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206240" cy="4206240"/>
          </a:xfrm>
          <a:prstGeom prst="ellipse">
            <a:avLst/>
          </a:prstGeom>
          <a:solidFill>
            <a:srgbClr val="2424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68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Successfully Completed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22376" y="1938528"/>
            <a:ext cx="566928" cy="566928"/>
          </a:xfrm>
          <a:prstGeom prst="ellipse">
            <a:avLst/>
          </a:prstGeom>
          <a:solidFill>
            <a:srgbClr val="2B2B5C"/>
          </a:solidFill>
          <a:ln/>
        </p:spPr>
      </p:sp>
      <p:pic>
        <p:nvPicPr>
          <p:cNvPr id="6" name="Image 0" descr="/home/claude/aliya_ppt/icons/building_00D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2080260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2219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22376" y="2807208"/>
            <a:ext cx="566928" cy="566928"/>
          </a:xfrm>
          <a:prstGeom prst="ellipse">
            <a:avLst/>
          </a:prstGeom>
          <a:solidFill>
            <a:srgbClr val="2B2B5C"/>
          </a:solidFill>
          <a:ln/>
        </p:spPr>
      </p:sp>
      <p:pic>
        <p:nvPicPr>
          <p:cNvPr id="10" name="Image 1" descr="/home/claude/aliya_ppt/icons/bullseye_00D9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2948940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3090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22376" y="3675888"/>
            <a:ext cx="566928" cy="566928"/>
          </a:xfrm>
          <a:prstGeom prst="ellipse">
            <a:avLst/>
          </a:prstGeom>
          <a:solidFill>
            <a:srgbClr val="2B2B5C"/>
          </a:solidFill>
          <a:ln/>
        </p:spPr>
      </p:sp>
      <p:pic>
        <p:nvPicPr>
          <p:cNvPr id="14" name="Image 2" descr="/home/claude/aliya_ppt/icons/calendar_00D9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381762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703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463040" y="39593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  |  30 Jun 2026 – 31 Aug 2026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722376" y="4544568"/>
            <a:ext cx="566928" cy="566928"/>
          </a:xfrm>
          <a:prstGeom prst="ellipse">
            <a:avLst/>
          </a:prstGeom>
          <a:solidFill>
            <a:srgbClr val="2B2B5C"/>
          </a:solidFill>
          <a:ln/>
        </p:spPr>
      </p:sp>
      <p:pic>
        <p:nvPicPr>
          <p:cNvPr id="18" name="Image 3" descr="/home/claude/aliya_ppt/icons/certificate_00D9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" y="4686300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572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63040" y="48280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 |  Google for Education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172200" y="1417320"/>
            <a:ext cx="548640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4" descr="/home/claude/aliya_ppt/certificate_part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1554480"/>
            <a:ext cx="5212080" cy="35661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AI-ML Virtual Internship  •  Parth Patwal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389120" cy="4389120"/>
          </a:xfrm>
          <a:prstGeom prst="ellipse">
            <a:avLst/>
          </a:prstGeom>
          <a:solidFill>
            <a:srgbClr val="24244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24244A"/>
          </a:solidFill>
          <a:ln/>
        </p:spPr>
      </p:sp>
      <p:sp>
        <p:nvSpPr>
          <p:cNvPr id="4" name="Shape 2"/>
          <p:cNvSpPr/>
          <p:nvPr/>
        </p:nvSpPr>
        <p:spPr>
          <a:xfrm>
            <a:off x="5500116" y="1371600"/>
            <a:ext cx="1188720" cy="1188720"/>
          </a:xfrm>
          <a:prstGeom prst="ellipse">
            <a:avLst/>
          </a:prstGeom>
          <a:solidFill>
            <a:srgbClr val="2B2B5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E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Internship  |  Codec Technologies Pvt. Ltd.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271516" y="4160520"/>
            <a:ext cx="1645920" cy="0"/>
          </a:xfrm>
          <a:prstGeom prst="line">
            <a:avLst/>
          </a:prstGeom>
          <a:noFill/>
          <a:ln w="31750">
            <a:solidFill>
              <a:srgbClr val="00D9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0" y="43891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Patwal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0" y="4754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E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25SCS1003001243  |  IILM University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</Words>
  <Application>Microsoft Office PowerPoint</Application>
  <PresentationFormat>Custom</PresentationFormat>
  <Paragraphs>134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anand sinha</cp:lastModifiedBy>
  <cp:revision>2</cp:revision>
  <dcterms:created xsi:type="dcterms:W3CDTF">2026-08-31T16:31:34Z</dcterms:created>
  <dcterms:modified xsi:type="dcterms:W3CDTF">2026-08-31T16:34:13Z</dcterms:modified>
</cp:coreProperties>
</file>